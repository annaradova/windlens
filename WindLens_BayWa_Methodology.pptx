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8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07   DETECT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the gap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6EA98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missing interval is evidence of missing telemetry — not proof of why production stopped.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97880" y="181051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98424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TURBINE T1 · SHOWN WINDOW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1874520" cy="0"/>
          </a:xfrm>
          <a:prstGeom prst="line">
            <a:avLst/>
          </a:prstGeom>
          <a:noFill/>
          <a:ln w="25400">
            <a:solidFill>
              <a:srgbClr val="D8E2D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36208" y="2395728"/>
            <a:ext cx="530352" cy="237744"/>
          </a:xfrm>
          <a:prstGeom prst="rect">
            <a:avLst/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67728" y="2395728"/>
            <a:ext cx="685800" cy="237744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2395728"/>
            <a:ext cx="210312" cy="237744"/>
          </a:xfrm>
          <a:prstGeom prst="rect">
            <a:avLst/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74320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87184" y="274320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274320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292608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26080"/>
            <a:ext cx="73152" cy="1024128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2384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CAN RELY 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" y="3310128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outage window shown for this record comes directly from BayWa’s own data.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3310128"/>
            <a:ext cx="3337560" cy="877824"/>
          </a:xfrm>
          <a:prstGeom prst="roundRect">
            <a:avLst>
              <a:gd name="adj" fmla="val 8333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3310128"/>
            <a:ext cx="73152" cy="87782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3456432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CHECK YOURSELF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84648" y="3694176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does not identify the cause. Confirm sensor fault vs. mechanical outage independently.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5A8D6D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   SELECT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a reference turbine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first. Geography only as a plausibility check.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340864"/>
            <a:ext cx="1024128" cy="658368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 target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47088" y="2670048"/>
            <a:ext cx="576072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423160" y="2340864"/>
            <a:ext cx="1024128" cy="658368"/>
          </a:xfrm>
          <a:prstGeom prst="roundRect">
            <a:avLst>
              <a:gd name="adj" fmla="val 11111"/>
            </a:avLst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5237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47288" y="2670048"/>
            <a:ext cx="576072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023360" y="2340864"/>
            <a:ext cx="1024128" cy="658368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5237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47488" y="2670048"/>
            <a:ext cx="576072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623560" y="2340864"/>
            <a:ext cx="1024128" cy="658368"/>
          </a:xfrm>
          <a:prstGeom prst="roundRect">
            <a:avLst>
              <a:gd name="adj" fmla="val 1111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52374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87168" y="316382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pre-outage history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703320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703320"/>
            <a:ext cx="73152" cy="71323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849624"/>
            <a:ext cx="3483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REFERENCE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" y="4087368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 · holdout R² 0.419 · 8,424 paired observations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0288" y="3703320"/>
            <a:ext cx="3730752" cy="713232"/>
          </a:xfrm>
          <a:prstGeom prst="roundRect">
            <a:avLst>
              <a:gd name="adj" fmla="val 10256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3703320"/>
            <a:ext cx="73152" cy="71323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849624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1456" y="4087368"/>
            <a:ext cx="3419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turbine-location registry exists in this BayWa dataset.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   ESTIMATE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Reconstruct wind, then power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13232" y="1965960"/>
            <a:ext cx="420624" cy="420624"/>
          </a:xfrm>
          <a:prstGeom prst="ellipse">
            <a:avLst/>
          </a:prstGeom>
          <a:solidFill>
            <a:srgbClr val="008C46"/>
          </a:solidFill>
          <a:ln w="19050">
            <a:solidFill>
              <a:srgbClr val="008C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391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wind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 reports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 readings.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07792" y="1965960"/>
            <a:ext cx="420624" cy="420624"/>
          </a:xfrm>
          <a:prstGeom prst="ellipse">
            <a:avLst/>
          </a:prstGeom>
          <a:solidFill>
            <a:srgbClr val="E8F3EC"/>
          </a:solidFill>
          <a:ln w="19050">
            <a:solidFill>
              <a:srgbClr val="008C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20391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947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wind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 transparent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measure–correlate–predict line.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02352" y="1965960"/>
            <a:ext cx="420624" cy="420624"/>
          </a:xfrm>
          <a:prstGeom prst="ellipse">
            <a:avLst/>
          </a:prstGeom>
          <a:solidFill>
            <a:srgbClr val="E8F3EC"/>
          </a:solidFill>
          <a:ln w="19050">
            <a:solidFill>
              <a:srgbClr val="008C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0391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947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T1’s own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pre-outage power curve.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96912" y="1965960"/>
            <a:ext cx="420624" cy="420624"/>
          </a:xfrm>
          <a:prstGeom prst="ellipse">
            <a:avLst/>
          </a:prstGeom>
          <a:solidFill>
            <a:srgbClr val="E8F3EC"/>
          </a:solidFill>
          <a:ln w="19050">
            <a:solidFill>
              <a:srgbClr val="008C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20391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1947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energy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expected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into kWh.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33856" y="2816352"/>
            <a:ext cx="1572768" cy="0"/>
          </a:xfrm>
          <a:prstGeom prst="line">
            <a:avLst/>
          </a:prstGeom>
          <a:noFill/>
          <a:ln w="25400">
            <a:solidFill>
              <a:srgbClr val="008C4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328416" y="2816352"/>
            <a:ext cx="1572768" cy="0"/>
          </a:xfrm>
          <a:prstGeom prst="line">
            <a:avLst/>
          </a:prstGeom>
          <a:noFill/>
          <a:ln w="25400">
            <a:solidFill>
              <a:srgbClr val="008C4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522976" y="2816352"/>
            <a:ext cx="1572768" cy="0"/>
          </a:xfrm>
          <a:prstGeom prst="line">
            <a:avLst/>
          </a:prstGeom>
          <a:noFill/>
          <a:ln w="25400">
            <a:solidFill>
              <a:srgbClr val="008C46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713232" y="3337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calculation you can inspect end to end: every number traces back to a real reading.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199632" y="3337560"/>
            <a:ext cx="2121408" cy="950976"/>
          </a:xfrm>
          <a:prstGeom prst="roundRect">
            <a:avLst>
              <a:gd name="adj" fmla="val 7692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3337560"/>
            <a:ext cx="73152" cy="9509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483864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BEFORE REUSE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3721608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method wins everywhere. Review alternative methods before assuming this is universal.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   GATE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the result before trusting 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8368" y="1901952"/>
            <a:ext cx="1353312" cy="1298448"/>
          </a:xfrm>
          <a:prstGeom prst="roundRect">
            <a:avLst>
              <a:gd name="adj" fmla="val 5634"/>
            </a:avLst>
          </a:prstGeom>
          <a:solidFill>
            <a:srgbClr val="E8F3EC"/>
          </a:solidFill>
          <a:ln w="12700">
            <a:solidFill>
              <a:srgbClr val="B8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482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source readings usable?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1901952"/>
            <a:ext cx="1353312" cy="1298448"/>
          </a:xfrm>
          <a:prstGeom prst="roundRect">
            <a:avLst>
              <a:gd name="adj" fmla="val 5634"/>
            </a:avLst>
          </a:prstGeom>
          <a:solidFill>
            <a:srgbClr val="E8F3EC"/>
          </a:solidFill>
          <a:ln w="12700">
            <a:solidFill>
              <a:srgbClr val="B8D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20482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2304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overlap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32304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reference explain the target?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13632" y="1901952"/>
            <a:ext cx="1353312" cy="1298448"/>
          </a:xfrm>
          <a:prstGeom prst="roundRect">
            <a:avLst>
              <a:gd name="adj" fmla="val 5634"/>
            </a:avLst>
          </a:prstGeom>
          <a:solidFill>
            <a:srgbClr val="E8F3EC"/>
          </a:solidFill>
          <a:ln w="12700">
            <a:solidFill>
              <a:srgbClr val="B8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9936" y="20482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59936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range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9936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inside validated conditions?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41264" y="1901952"/>
            <a:ext cx="1353312" cy="1298448"/>
          </a:xfrm>
          <a:prstGeom prst="roundRect">
            <a:avLst>
              <a:gd name="adj" fmla="val 5634"/>
            </a:avLst>
          </a:prstGeom>
          <a:solidFill>
            <a:srgbClr val="E8F3EC"/>
          </a:solidFill>
          <a:ln w="12700">
            <a:solidFill>
              <a:srgbClr val="B8DC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20482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7568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87568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enough points reconstructed?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68896" y="1901952"/>
            <a:ext cx="1353312" cy="1298448"/>
          </a:xfrm>
          <a:prstGeom prst="roundRect">
            <a:avLst>
              <a:gd name="adj" fmla="val 5634"/>
            </a:avLst>
          </a:prstGeom>
          <a:solidFill>
            <a:srgbClr val="FFF5D9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482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uncertainty behave honestly?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" y="373075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gate is not a guarantee. It is an honest boundary around the number.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629400" y="36118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611880"/>
            <a:ext cx="73152" cy="71323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0568" y="3758184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08C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0568" y="3995928"/>
            <a:ext cx="1380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or unevaluated checks stay visible.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   EVIDENCE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tiers, never one number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6EA98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2450592" cy="2395728"/>
          </a:xfrm>
          <a:prstGeom prst="roundRect">
            <a:avLst>
              <a:gd name="adj" fmla="val 3053"/>
            </a:avLst>
          </a:prstGeom>
          <a:solidFill>
            <a:srgbClr val="008C46"/>
          </a:solidFill>
          <a:ln w="12700">
            <a:solidFill>
              <a:srgbClr val="5EA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 / BASELINE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" y="2286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258568" y="2578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9626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Same-farm single-turbine reconstruction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same-farm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28416" y="1783080"/>
            <a:ext cx="2450592" cy="2395728"/>
          </a:xfrm>
          <a:prstGeom prst="roundRect">
            <a:avLst>
              <a:gd name="adj" fmla="val 3053"/>
            </a:avLst>
          </a:prstGeom>
          <a:solidFill>
            <a:srgbClr val="008C46"/>
          </a:solidFill>
          <a:ln w="12700">
            <a:solidFill>
              <a:srgbClr val="5EA6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9842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 / CEILING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29584" y="2286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8.8%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928616" y="2578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9584" y="29626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Whole-site masking stress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9584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same-farm stress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8464" y="1783080"/>
            <a:ext cx="2450592" cy="2395728"/>
          </a:xfrm>
          <a:prstGeom prst="roundRect">
            <a:avLst>
              <a:gd name="adj" fmla="val 3053"/>
            </a:avLst>
          </a:prstGeom>
          <a:solidFill>
            <a:srgbClr val="0A5A31"/>
          </a:solidFill>
          <a:ln w="12700">
            <a:solidFill>
              <a:srgbClr val="5EA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9842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 / FLOOR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99632" y="2286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13.9%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598664" y="257860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296265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Distant cross-farm backtest (external data: Kelmarsh vs. Penmanshiel)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cross-farm floor proxy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44622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questions differ, so the numbers stay separate.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5A8D6D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   LIMITS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cannot tell you yet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B8DCC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brackets distance — it does not close the neighbouring-farm gap.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6537960" cy="0"/>
          </a:xfrm>
          <a:prstGeom prst="line">
            <a:avLst/>
          </a:prstGeom>
          <a:noFill/>
          <a:ln w="50800">
            <a:solidFill>
              <a:srgbClr val="008C46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234440" y="2624328"/>
            <a:ext cx="420624" cy="420624"/>
          </a:xfrm>
          <a:prstGeom prst="ellipse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4612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~0.5 km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" y="3794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same-farm baseline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80360" y="2624328"/>
            <a:ext cx="420624" cy="420624"/>
          </a:xfrm>
          <a:prstGeom prst="ellipse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24612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4930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 km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50008" y="3794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stress-test ceiling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0" y="2624328"/>
            <a:ext cx="420624" cy="420624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324612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34930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~399 km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84848" y="3794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cross-farm floor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2395728"/>
            <a:ext cx="2240280" cy="877824"/>
          </a:xfrm>
          <a:prstGeom prst="roundRect">
            <a:avLst>
              <a:gd name="adj" fmla="val 8333"/>
            </a:avLst>
          </a:prstGeom>
          <a:solidFill>
            <a:srgbClr val="FFF5D9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786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UNTESTED GAP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3168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2–100 km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4224528"/>
            <a:ext cx="7635240" cy="420624"/>
          </a:xfrm>
          <a:prstGeom prst="roundRect">
            <a:avLst>
              <a:gd name="adj" fmla="val 17391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224528"/>
            <a:ext cx="73152" cy="420624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370832"/>
            <a:ext cx="7324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BOUNDARY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536" y="4608576"/>
            <a:ext cx="7324344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BayWa challenge’s actual whole-farm / neighbouring-farm scenario remains untested by this prototype.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0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8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438912" cy="438912"/>
          </a:xfrm>
          <a:prstGeom prst="rect">
            <a:avLst/>
          </a:prstGeom>
          <a:solidFill>
            <a:srgbClr val="008C46"/>
          </a:solidFill>
          <a:ln w="12700">
            <a:solidFill>
              <a:srgbClr val="008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BayWa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" y="3108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3291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   OPPORTUNITIES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would build next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8010144" cy="0"/>
          </a:xfrm>
          <a:prstGeom prst="line">
            <a:avLst/>
          </a:prstGeom>
          <a:noFill/>
          <a:ln w="25400">
            <a:solidFill>
              <a:srgbClr val="6EA98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13232" y="181965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uncertainty interval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0756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7E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held-out BayWa data to build one honestly.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25880" y="2404872"/>
            <a:ext cx="5989320" cy="0"/>
          </a:xfrm>
          <a:prstGeom prst="line">
            <a:avLst/>
          </a:prstGeom>
          <a:noFill/>
          <a:ln w="12700">
            <a:solidFill>
              <a:srgbClr val="5EA67A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13232" y="26426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outage-cause classification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8986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7E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sensor faults from real mechanical outages.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25880" y="3227832"/>
            <a:ext cx="5989320" cy="0"/>
          </a:xfrm>
          <a:prstGeom prst="line">
            <a:avLst/>
          </a:prstGeom>
          <a:noFill/>
          <a:ln w="12700">
            <a:solidFill>
              <a:srgbClr val="5EA67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13232" y="34655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D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genuine neighbouring-farm test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372160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7E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verified nearby second farm — not a distant proxy.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25880" y="4050792"/>
            <a:ext cx="5989320" cy="0"/>
          </a:xfrm>
          <a:prstGeom prst="line">
            <a:avLst/>
          </a:prstGeom>
          <a:noFill/>
          <a:ln w="12700">
            <a:solidFill>
              <a:srgbClr val="5EA67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12280" y="1828800"/>
            <a:ext cx="1572768" cy="217627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240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6B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6B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" y="43434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7E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prototype · October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4828032"/>
            <a:ext cx="8010144" cy="0"/>
          </a:xfrm>
          <a:prstGeom prst="line">
            <a:avLst/>
          </a:prstGeom>
          <a:noFill/>
          <a:ln w="12700">
            <a:solidFill>
              <a:srgbClr val="5A8D6D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66928" y="4901184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WindLens · Evidence-first reconstruction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909560" y="49011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CF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7</Slides>
	<Notes>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7</vt:i4></vt:variant>
		</vt:vector>
	</HeadingPairs>
	<TitlesOfParts>
		<vt:vector size="1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
		</vt:vector>
	</TitlesOfParts>
	<Company>WindLens / BayWa r.e. Energy & AI Hackathon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WindLens — Evidence-first wind outage reconstruction</dc:title>
  <dc:subject>WindLens methodology</dc:subject>
  <dc:creator>WindLens</dc:creator>
  <cp:lastModifiedBy>WindLens</cp:lastModifiedBy>
  <cp:revision>1</cp:revision>
  <dcterms:created xsi:type="dcterms:W3CDTF">2026-10-24T09:36:57Z</dcterms:created>
  <dcterms:modified xsi:type="dcterms:W3CDTF">2026-10-24T09:36:57Z</dcterms:modified>
</cp:coreProperties>
</file>